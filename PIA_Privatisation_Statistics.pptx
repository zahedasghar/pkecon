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8001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 Privatisation: The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Deal Through Financial Facts</a:t>
            </a:r>
            <a:endParaRPr lang="en-US" sz="1200" dirty="0"/>
          </a:p>
        </p:txBody>
      </p:sp>
      <p:pic>
        <p:nvPicPr>
          <p:cNvPr id="4" name="Image 0" descr="/tmp/rasterized-gradient-b4031c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019621"/>
            <a:ext cx="4095750" cy="10740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1025" y="1172021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GOVT REALIZATION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581025" y="1383357"/>
            <a:ext cx="38181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55 billion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81025" y="1794718"/>
            <a:ext cx="3818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 equity valuation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381000" y="2208014"/>
            <a:ext cx="4095750" cy="1074093"/>
          </a:xfrm>
          <a:prstGeom prst="roundRect">
            <a:avLst>
              <a:gd name="adj" fmla="val 70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04813" y="2208014"/>
            <a:ext cx="0" cy="1074093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1025" y="2360414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CAPITAL INJECTION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581025" y="2571750"/>
            <a:ext cx="38181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125 billion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81025" y="2983111"/>
            <a:ext cx="3818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airline operations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3396407"/>
            <a:ext cx="4095750" cy="1074093"/>
          </a:xfrm>
          <a:prstGeom prst="roundRect">
            <a:avLst>
              <a:gd name="adj" fmla="val 70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4813" y="3396407"/>
            <a:ext cx="0" cy="1074093"/>
          </a:xfrm>
          <a:prstGeom prst="line">
            <a:avLst/>
          </a:prstGeom>
          <a:noFill/>
          <a:ln w="47625">
            <a:solidFill>
              <a:srgbClr val="9B59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1025" y="3548807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DEBT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581025" y="3760143"/>
            <a:ext cx="38181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600 billion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581025" y="4171504"/>
            <a:ext cx="3818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Absorbed by government (sunk cost)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67250" y="1028105"/>
            <a:ext cx="4095750" cy="1074093"/>
          </a:xfrm>
          <a:prstGeom prst="roundRect">
            <a:avLst>
              <a:gd name="adj" fmla="val 70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691063" y="1028105"/>
            <a:ext cx="0" cy="1074093"/>
          </a:xfrm>
          <a:prstGeom prst="line">
            <a:avLst/>
          </a:prstGeom>
          <a:noFill/>
          <a:ln w="47625">
            <a:solidFill>
              <a:srgbClr val="FF6B9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67275" y="1180505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PIA'S ACTUAL EQUITY (DEC 2024)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4867275" y="1391841"/>
            <a:ext cx="38181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9.1 billion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4867275" y="1803202"/>
            <a:ext cx="3818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40B after market adjustments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67250" y="2216497"/>
            <a:ext cx="4095750" cy="1074093"/>
          </a:xfrm>
          <a:prstGeom prst="roundRect">
            <a:avLst>
              <a:gd name="adj" fmla="val 7094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691063" y="2216497"/>
            <a:ext cx="0" cy="1074093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7275" y="2368897"/>
            <a:ext cx="3818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ACTUAL NET LOSS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4867275" y="2580233"/>
            <a:ext cx="38181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6 billion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4867275" y="2991594"/>
            <a:ext cx="3818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Rs 32B deferred tax adjustment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667250" y="3404890"/>
            <a:ext cx="4095750" cy="1057126"/>
          </a:xfrm>
          <a:prstGeom prst="roundRect">
            <a:avLst>
              <a:gd name="adj" fmla="val 7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781550" y="3519190"/>
            <a:ext cx="1876425" cy="828526"/>
          </a:xfrm>
          <a:prstGeom prst="roundRect">
            <a:avLst>
              <a:gd name="adj" fmla="val 689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40510" y="3595390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SIZE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840510" y="3780086"/>
            <a:ext cx="17585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840510" y="4138166"/>
            <a:ext cx="17585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772275" y="3519190"/>
            <a:ext cx="1876425" cy="828526"/>
          </a:xfrm>
          <a:prstGeom prst="roundRect">
            <a:avLst>
              <a:gd name="adj" fmla="val 689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831235" y="3595390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TARGET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6831235" y="3780086"/>
            <a:ext cx="17585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270B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6831235" y="4138166"/>
            <a:ext cx="17585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Rs 190B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Business Recorder, December 29, 2025 | Rs 55B realization vs Rs 9.1B equity = Fair valuation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PIA Privatisation Statistics</dc:title>
  <dc:subject>PIA Privatisation</dc:subject>
  <dc:creator>Ali Khizar</dc:creator>
  <cp:lastModifiedBy>Ali Khizar</cp:lastModifiedBy>
  <cp:revision>1</cp:revision>
  <dcterms:created xsi:type="dcterms:W3CDTF">2025-12-29T07:48:39Z</dcterms:created>
  <dcterms:modified xsi:type="dcterms:W3CDTF">2025-12-29T07:48:39Z</dcterms:modified>
</cp:coreProperties>
</file>